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E8E9B-A3AA-499E-859E-AFB77B0209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EA186-189C-42CA-A140-6A20AD51C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93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A186-189C-42CA-A140-6A20AD51C55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59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A186-189C-42CA-A140-6A20AD51C55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2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05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5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9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52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2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86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65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7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57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96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98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0193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02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425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144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03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5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146214D-3659-4257-9374-92A1B4D47B9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33E97-82DF-480D-ADE0-AE2AC10FD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248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2BE4-19C7-9880-98C0-7F020F41D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SUPPLY CHAIN ANALYSIS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B0424-D30E-ACB7-AE10-598EB8882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800" dirty="0"/>
              <a:t>SUBMITTED BY: CHILAKALA SWATHI</a:t>
            </a:r>
          </a:p>
          <a:p>
            <a:r>
              <a:rPr lang="en-US" sz="1800" dirty="0"/>
              <a:t>TOOL USED: MYSQL &amp; POWER BI</a:t>
            </a:r>
          </a:p>
          <a:p>
            <a:r>
              <a:rPr lang="en-US" sz="1800" dirty="0"/>
              <a:t>PROJECT: CDACL-003 SUPPLY CHAIN ANALYSIS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82878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05"/>
    </mc:Choice>
    <mc:Fallback>
      <p:transition spd="slow" advTm="281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2E7D-74D3-04FE-F25F-A5879535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Project objective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22F8-55FE-8A2A-C438-9500374F1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Analyze the supply chain performance using MYSQL and Power BI.</a:t>
            </a:r>
          </a:p>
          <a:p>
            <a:r>
              <a:rPr lang="en-US" sz="2000" dirty="0"/>
              <a:t>Monitor key performance indicators (KPIs) such as revenue, product sales, shipping cost, production volume, and defect rate.</a:t>
            </a:r>
          </a:p>
          <a:p>
            <a:r>
              <a:rPr lang="en-US" sz="2000" dirty="0"/>
              <a:t>Compare product performance across different product types.</a:t>
            </a:r>
          </a:p>
          <a:p>
            <a:r>
              <a:rPr lang="en-US" sz="2000" dirty="0"/>
              <a:t>Evaluate logistics, inventory, and quality performance.</a:t>
            </a:r>
          </a:p>
          <a:p>
            <a:r>
              <a:rPr lang="en-US" sz="2000" dirty="0"/>
              <a:t>Provide business insights to support better decision-making.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15890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06"/>
    </mc:Choice>
    <mc:Fallback>
      <p:transition spd="slow" advTm="210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A27D-0EE5-CDF8-FC0D-B4B51065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Data set information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29F69-4184-4EB7-AE50-2DB6A5667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Project Name</a:t>
            </a:r>
            <a:r>
              <a:rPr lang="en-US" sz="2000" dirty="0"/>
              <a:t>: Supply chain analysis</a:t>
            </a:r>
          </a:p>
          <a:p>
            <a:r>
              <a:rPr lang="en-US" sz="2000" b="1" dirty="0"/>
              <a:t>Data source</a:t>
            </a:r>
            <a:r>
              <a:rPr lang="en-US" sz="2000" dirty="0"/>
              <a:t>: MYSQL Database</a:t>
            </a:r>
          </a:p>
          <a:p>
            <a:r>
              <a:rPr lang="en-US" sz="2000" b="1" dirty="0"/>
              <a:t>Visualization Tool</a:t>
            </a:r>
            <a:r>
              <a:rPr lang="en-US" sz="2000" dirty="0"/>
              <a:t>: Microsoft Power BI</a:t>
            </a:r>
          </a:p>
          <a:p>
            <a:r>
              <a:rPr lang="en-US" sz="2000" b="1" dirty="0"/>
              <a:t>Total records</a:t>
            </a:r>
            <a:r>
              <a:rPr lang="en-US" sz="2000" dirty="0"/>
              <a:t>: 100</a:t>
            </a:r>
          </a:p>
          <a:p>
            <a:r>
              <a:rPr lang="en-US" sz="2000" b="1" dirty="0"/>
              <a:t>Total tables</a:t>
            </a:r>
            <a:r>
              <a:rPr lang="en-US" sz="2000" dirty="0"/>
              <a:t>: 2</a:t>
            </a:r>
          </a:p>
          <a:p>
            <a:r>
              <a:rPr lang="en-US" sz="2000" b="1" dirty="0"/>
              <a:t>Main tables</a:t>
            </a:r>
            <a:r>
              <a:rPr lang="en-US" sz="2000" dirty="0"/>
              <a:t>: supply chain data, supplier performance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8062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35"/>
    </mc:Choice>
    <mc:Fallback>
      <p:transition spd="slow" advTm="244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D128-1BF4-7888-5712-B5210C4A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Data Cleaning &amp; DAX Measures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1728-7E66-ACCC-CE63-9C2B7CD9A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Data cleaning</a:t>
            </a:r>
          </a:p>
          <a:p>
            <a:r>
              <a:rPr lang="en-US" sz="2000" dirty="0"/>
              <a:t>Checked data types.</a:t>
            </a:r>
          </a:p>
          <a:p>
            <a:r>
              <a:rPr lang="en-US" sz="2000" dirty="0"/>
              <a:t>Checked null values.</a:t>
            </a:r>
          </a:p>
          <a:p>
            <a:r>
              <a:rPr lang="en-US" sz="2000" dirty="0"/>
              <a:t>Checked duplicate records.</a:t>
            </a:r>
          </a:p>
          <a:p>
            <a:r>
              <a:rPr lang="en-US" sz="2000" dirty="0"/>
              <a:t>Validated the dataset before analysis.</a:t>
            </a:r>
          </a:p>
          <a:p>
            <a:pPr marL="0" indent="0">
              <a:buNone/>
            </a:pPr>
            <a:r>
              <a:rPr lang="en-US" sz="2000" b="1" dirty="0"/>
              <a:t>DAX Measures </a:t>
            </a:r>
            <a:endParaRPr lang="en-IN" sz="2000" b="1" dirty="0"/>
          </a:p>
          <a:p>
            <a:r>
              <a:rPr lang="en-IN" sz="2000" dirty="0"/>
              <a:t>Total revenue &amp; total products sold</a:t>
            </a:r>
          </a:p>
          <a:p>
            <a:r>
              <a:rPr lang="en-IN" sz="2000" dirty="0"/>
              <a:t>Average shipping cost &amp; average manufacturing cost</a:t>
            </a:r>
          </a:p>
          <a:p>
            <a:r>
              <a:rPr lang="en-IN" sz="2000" dirty="0"/>
              <a:t>Average defect rate &amp; total production volume</a:t>
            </a:r>
          </a:p>
          <a:p>
            <a:r>
              <a:rPr lang="en-IN" sz="2000" dirty="0"/>
              <a:t>Total order quantity &amp; average lead time</a:t>
            </a:r>
          </a:p>
        </p:txBody>
      </p:sp>
    </p:spTree>
    <p:extLst>
      <p:ext uri="{BB962C8B-B14F-4D97-AF65-F5344CB8AC3E}">
        <p14:creationId xmlns:p14="http://schemas.microsoft.com/office/powerpoint/2010/main" val="1198874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932"/>
    </mc:Choice>
    <mc:Fallback>
      <p:transition spd="slow" advTm="249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8667-0BAF-3293-B16E-BAD74994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Supply chain performance dashboard</a:t>
            </a:r>
            <a:endParaRPr lang="en-IN" sz="28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C972D3-38EC-BB4A-7010-DE473B18C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42" y="1633929"/>
            <a:ext cx="8169642" cy="49467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BCF94-9134-7644-BCE4-527684C557E0}"/>
              </a:ext>
            </a:extLst>
          </p:cNvPr>
          <p:cNvSpPr txBox="1"/>
          <p:nvPr/>
        </p:nvSpPr>
        <p:spPr>
          <a:xfrm>
            <a:off x="8814216" y="2688700"/>
            <a:ext cx="32228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revenue</a:t>
            </a:r>
            <a:r>
              <a:rPr lang="en-US" b="1" dirty="0"/>
              <a:t>: 577.60K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products sold: </a:t>
            </a:r>
            <a:r>
              <a:rPr lang="en-US" b="1" dirty="0"/>
              <a:t>46K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 shipping cost: </a:t>
            </a:r>
            <a:r>
              <a:rPr lang="en-US" b="1" dirty="0"/>
              <a:t>5.55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 manufacturing       cost:</a:t>
            </a:r>
            <a:r>
              <a:rPr lang="en-US" b="1" dirty="0"/>
              <a:t>47.27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Haircare generated the highest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Unknown customer demographics contributed the highest revenue share (30%).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133"/>
    </mc:Choice>
    <mc:Fallback>
      <p:transition spd="slow" advTm="3113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6455-F643-C7B7-F128-8689EBA4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Operations &amp; logistics dashboard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3C62D2-ACA9-AF96-B736-EF1E31505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28" y="2005528"/>
            <a:ext cx="8034728" cy="460513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639E7-05DA-D3E7-0A5B-8BFBEB33A9C4}"/>
              </a:ext>
            </a:extLst>
          </p:cNvPr>
          <p:cNvSpPr txBox="1"/>
          <p:nvPr/>
        </p:nvSpPr>
        <p:spPr>
          <a:xfrm>
            <a:off x="9009088" y="2483602"/>
            <a:ext cx="30579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defect rate: </a:t>
            </a:r>
            <a:r>
              <a:rPr lang="en-US" b="1" dirty="0"/>
              <a:t>2.28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production volume: </a:t>
            </a:r>
            <a:r>
              <a:rPr lang="en-US" b="1" dirty="0"/>
              <a:t>57K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order quantity</a:t>
            </a:r>
            <a:r>
              <a:rPr lang="en-US" b="1" dirty="0"/>
              <a:t>: 4,992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 lead time: </a:t>
            </a:r>
            <a:r>
              <a:rPr lang="en-US" b="1" dirty="0"/>
              <a:t>17.08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Road transportation has the highest share </a:t>
            </a:r>
            <a:r>
              <a:rPr lang="en-US" b="1" dirty="0"/>
              <a:t>(29%).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Shipping cost vary across different carriers.</a:t>
            </a:r>
          </a:p>
        </p:txBody>
      </p:sp>
    </p:spTree>
    <p:extLst>
      <p:ext uri="{BB962C8B-B14F-4D97-AF65-F5344CB8AC3E}">
        <p14:creationId xmlns:p14="http://schemas.microsoft.com/office/powerpoint/2010/main" val="4266915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444"/>
    </mc:Choice>
    <mc:Fallback>
      <p:transition spd="slow" advTm="3544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6B52-FEB1-D4A7-1FC7-68361610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Quality &amp; inventory  dashboard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B5502-19A9-2B86-CABE-DA4F697F3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3" y="1791134"/>
            <a:ext cx="8583386" cy="47017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2BBD3C-87FF-03C6-7CA5-AB6E9320F447}"/>
              </a:ext>
            </a:extLst>
          </p:cNvPr>
          <p:cNvSpPr txBox="1"/>
          <p:nvPr/>
        </p:nvSpPr>
        <p:spPr>
          <a:xfrm>
            <a:off x="9278913" y="1791134"/>
            <a:ext cx="2803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Haircare has the highest stock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Inspection results </a:t>
            </a:r>
            <a:r>
              <a:rPr lang="en-US" b="1" dirty="0"/>
              <a:t>41 pending, 36 fail, 23 pass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Haircare has the highest production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Defects rates vary across different product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Manufacturing cost and revenue can be compared using the scatter chart.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962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459"/>
    </mc:Choice>
    <mc:Fallback>
      <p:transition spd="slow" advTm="2545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4C0-84EF-9F86-07CD-25C72E86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Comparison Report</a:t>
            </a:r>
            <a:r>
              <a:rPr lang="en-US" sz="2800" dirty="0"/>
              <a:t>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7F3F-6CBF-E33E-4CC7-B26F45DF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Product comparison:</a:t>
            </a:r>
          </a:p>
          <a:p>
            <a:r>
              <a:rPr lang="en-US" sz="1800" dirty="0"/>
              <a:t>Haircare generated the highest revenue.</a:t>
            </a:r>
          </a:p>
          <a:p>
            <a:r>
              <a:rPr lang="en-US" sz="1800" dirty="0"/>
              <a:t>Haircare achieved the highest production volume.</a:t>
            </a:r>
          </a:p>
          <a:p>
            <a:r>
              <a:rPr lang="en-US" sz="1800" dirty="0"/>
              <a:t>Skincare showed comparatively lower performance.</a:t>
            </a:r>
          </a:p>
          <a:p>
            <a:pPr marL="0" indent="0">
              <a:buNone/>
            </a:pPr>
            <a:r>
              <a:rPr lang="en-US" sz="1800" b="1" dirty="0"/>
              <a:t>Transportation comparison:</a:t>
            </a:r>
          </a:p>
          <a:p>
            <a:r>
              <a:rPr lang="en-US" sz="1800" dirty="0"/>
              <a:t>Road transportation has the highest usage </a:t>
            </a:r>
            <a:r>
              <a:rPr lang="en-US" sz="1800" b="1" dirty="0"/>
              <a:t>(29%)</a:t>
            </a:r>
          </a:p>
          <a:p>
            <a:r>
              <a:rPr lang="en-US" sz="1800" dirty="0"/>
              <a:t>sea transportation has the lowest usage </a:t>
            </a:r>
            <a:r>
              <a:rPr lang="en-US" sz="1800" b="1" dirty="0"/>
              <a:t>(17%)</a:t>
            </a:r>
          </a:p>
          <a:p>
            <a:pPr marL="0" indent="0">
              <a:buNone/>
            </a:pPr>
            <a:r>
              <a:rPr lang="en-US" sz="1800" b="1" dirty="0"/>
              <a:t>Quality comparison:</a:t>
            </a:r>
          </a:p>
          <a:p>
            <a:r>
              <a:rPr lang="en-US" sz="1800" dirty="0"/>
              <a:t>pending inspections </a:t>
            </a:r>
            <a:r>
              <a:rPr lang="en-US" sz="1800" b="1" dirty="0"/>
              <a:t>(41</a:t>
            </a:r>
            <a:r>
              <a:rPr lang="en-US" sz="1800" dirty="0"/>
              <a:t>) are higher than pass </a:t>
            </a:r>
            <a:r>
              <a:rPr lang="en-US" sz="1800" b="1" dirty="0"/>
              <a:t>(23).</a:t>
            </a:r>
          </a:p>
          <a:p>
            <a:r>
              <a:rPr lang="en-US" sz="1800" dirty="0"/>
              <a:t>Defect rates vary across product categories.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/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288747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13"/>
    </mc:Choice>
    <mc:Fallback>
      <p:transition spd="slow" advTm="271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8966-1A17-E668-A62F-2D2AAD66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Diagnostic Report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A01C9-0D2B-A374-5D2C-D9B76E26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Issues identified:</a:t>
            </a:r>
          </a:p>
          <a:p>
            <a:r>
              <a:rPr lang="en-US" sz="1800" dirty="0"/>
              <a:t>41 products are pending quality inspection.</a:t>
            </a:r>
          </a:p>
          <a:p>
            <a:r>
              <a:rPr lang="en-US" sz="1800" dirty="0"/>
              <a:t>36 products failed the inspection process.</a:t>
            </a:r>
          </a:p>
          <a:p>
            <a:r>
              <a:rPr lang="en-US" sz="1800" dirty="0"/>
              <a:t>Shipping costs vary across different carriers.</a:t>
            </a:r>
          </a:p>
          <a:p>
            <a:r>
              <a:rPr lang="en-US" sz="1800" dirty="0"/>
              <a:t>Product performance differs across product categories.</a:t>
            </a:r>
          </a:p>
          <a:p>
            <a:pPr marL="0" indent="0">
              <a:buNone/>
            </a:pPr>
            <a:r>
              <a:rPr lang="en-US" sz="1800" b="1" dirty="0"/>
              <a:t>Recommendations:</a:t>
            </a:r>
          </a:p>
          <a:p>
            <a:r>
              <a:rPr lang="en-US" sz="1800" dirty="0"/>
              <a:t>Improve the quality inspection process.</a:t>
            </a:r>
          </a:p>
          <a:p>
            <a:r>
              <a:rPr lang="en-US" sz="1800" dirty="0"/>
              <a:t>Reduce defect rates through better quality control.</a:t>
            </a:r>
          </a:p>
          <a:p>
            <a:r>
              <a:rPr lang="en-US" sz="1800" dirty="0"/>
              <a:t>Optimize shipping carrier selection to reduce logistics costs.</a:t>
            </a:r>
          </a:p>
          <a:p>
            <a:r>
              <a:rPr lang="en-US" sz="1800" dirty="0"/>
              <a:t>Monitor KPIs regularly using Power BI dashboards.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9421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867"/>
    </mc:Choice>
    <mc:Fallback>
      <p:transition spd="slow" advTm="2486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67B0-C0C4-EDC7-D7ED-44AEB7F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Analysis Report 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7C42-4135-A07E-A4AF-106A325B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company achieved strong revenue and sales performance.</a:t>
            </a:r>
          </a:p>
          <a:p>
            <a:r>
              <a:rPr lang="en-US" sz="1800" dirty="0"/>
              <a:t>Haircare emerged as the best-performing product category.</a:t>
            </a:r>
          </a:p>
          <a:p>
            <a:r>
              <a:rPr lang="en-US" sz="1800" dirty="0"/>
              <a:t>Transportation and logistics operations are functioning effectively.</a:t>
            </a:r>
          </a:p>
          <a:p>
            <a:r>
              <a:rPr lang="en-US" sz="1800" dirty="0"/>
              <a:t>Quality inspection results indicate areas for improvement.</a:t>
            </a:r>
          </a:p>
          <a:p>
            <a:r>
              <a:rPr lang="en-US" sz="1800" dirty="0"/>
              <a:t>The dashboard provide valuable insights for monitoring supply chain performance.</a:t>
            </a:r>
          </a:p>
          <a:p>
            <a:r>
              <a:rPr lang="en-US" sz="1800" dirty="0"/>
              <a:t>Data-driven decision-making can improve overall business efficiency.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7999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03"/>
    </mc:Choice>
    <mc:Fallback>
      <p:transition spd="slow" advTm="268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76BD-CF3C-CAC9-E513-2CFCDEBF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0275-41DA-1AF6-085B-9E8D0DED9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supply chain analysis project was successfully completed using MYSQL and Power BI.</a:t>
            </a:r>
          </a:p>
          <a:p>
            <a:r>
              <a:rPr lang="en-US" sz="1800" dirty="0"/>
              <a:t>interactive dashboards were developed to visualize and monitor key business performance.</a:t>
            </a:r>
          </a:p>
          <a:p>
            <a:r>
              <a:rPr lang="en-US" sz="1800" dirty="0"/>
              <a:t>The project improved understanding of supply chain operations through data visualization.</a:t>
            </a:r>
          </a:p>
          <a:p>
            <a:r>
              <a:rPr lang="en-US" sz="1800" dirty="0"/>
              <a:t>The project demonstrates how Power BI can support effective business monitoring and decision-making.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97721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857"/>
    </mc:Choice>
    <mc:Fallback>
      <p:transition spd="slow" advTm="35857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1526</TotalTime>
  <Words>554</Words>
  <Application>Microsoft Office PowerPoint</Application>
  <PresentationFormat>Widescreen</PresentationFormat>
  <Paragraphs>91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SUPPLY CHAIN ANALYSIS</vt:lpstr>
      <vt:lpstr>Project objective</vt:lpstr>
      <vt:lpstr>Data set information</vt:lpstr>
      <vt:lpstr>Data Cleaning &amp; DAX Measures</vt:lpstr>
      <vt:lpstr>Supply chain performance dashboard</vt:lpstr>
      <vt:lpstr>Operations &amp; logistics dashboard</vt:lpstr>
      <vt:lpstr>Quality &amp; inventory  dashboard</vt:lpstr>
      <vt:lpstr>Comparison Report </vt:lpstr>
      <vt:lpstr>Diagnostic Report</vt:lpstr>
      <vt:lpstr>Analysis Report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</dc:creator>
  <cp:lastModifiedBy>swathi</cp:lastModifiedBy>
  <cp:revision>8</cp:revision>
  <dcterms:created xsi:type="dcterms:W3CDTF">2026-07-12T11:44:55Z</dcterms:created>
  <dcterms:modified xsi:type="dcterms:W3CDTF">2026-07-16T15:26:51Z</dcterms:modified>
</cp:coreProperties>
</file>