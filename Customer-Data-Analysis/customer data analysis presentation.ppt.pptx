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D421A9D-2724-4E1A-ACD6-412BDF2D5B3C}"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9BEA2E-FA9C-4E9B-90FF-EDCDA6654848}" type="slidenum">
              <a:rPr lang="en-IN" smtClean="0"/>
              <a:t>‹#›</a:t>
            </a:fld>
            <a:endParaRPr lang="en-IN"/>
          </a:p>
        </p:txBody>
      </p:sp>
    </p:spTree>
    <p:extLst>
      <p:ext uri="{BB962C8B-B14F-4D97-AF65-F5344CB8AC3E}">
        <p14:creationId xmlns:p14="http://schemas.microsoft.com/office/powerpoint/2010/main" val="880611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421A9D-2724-4E1A-ACD6-412BDF2D5B3C}"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9BEA2E-FA9C-4E9B-90FF-EDCDA6654848}" type="slidenum">
              <a:rPr lang="en-IN" smtClean="0"/>
              <a:t>‹#›</a:t>
            </a:fld>
            <a:endParaRPr lang="en-IN"/>
          </a:p>
        </p:txBody>
      </p:sp>
    </p:spTree>
    <p:extLst>
      <p:ext uri="{BB962C8B-B14F-4D97-AF65-F5344CB8AC3E}">
        <p14:creationId xmlns:p14="http://schemas.microsoft.com/office/powerpoint/2010/main" val="3204921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421A9D-2724-4E1A-ACD6-412BDF2D5B3C}"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9BEA2E-FA9C-4E9B-90FF-EDCDA6654848}" type="slidenum">
              <a:rPr lang="en-IN" smtClean="0"/>
              <a:t>‹#›</a:t>
            </a:fld>
            <a:endParaRPr lang="en-IN"/>
          </a:p>
        </p:txBody>
      </p:sp>
    </p:spTree>
    <p:extLst>
      <p:ext uri="{BB962C8B-B14F-4D97-AF65-F5344CB8AC3E}">
        <p14:creationId xmlns:p14="http://schemas.microsoft.com/office/powerpoint/2010/main" val="4231150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421A9D-2724-4E1A-ACD6-412BDF2D5B3C}" type="datetimeFigureOut">
              <a:rPr lang="en-IN" smtClean="0"/>
              <a:t>09-06-2026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9BEA2E-FA9C-4E9B-90FF-EDCDA6654848}" type="slidenum">
              <a:rPr lang="en-IN" smtClean="0"/>
              <a:t>‹#›</a:t>
            </a:fld>
            <a:endParaRPr lang="en-IN"/>
          </a:p>
        </p:txBody>
      </p:sp>
    </p:spTree>
    <p:extLst>
      <p:ext uri="{BB962C8B-B14F-4D97-AF65-F5344CB8AC3E}">
        <p14:creationId xmlns:p14="http://schemas.microsoft.com/office/powerpoint/2010/main" val="477552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421A9D-2724-4E1A-ACD6-412BDF2D5B3C}" type="datetimeFigureOut">
              <a:rPr lang="en-IN" smtClean="0"/>
              <a:t>09-06-2026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39BEA2E-FA9C-4E9B-90FF-EDCDA6654848}" type="slidenum">
              <a:rPr lang="en-IN" smtClean="0"/>
              <a:t>‹#›</a:t>
            </a:fld>
            <a:endParaRPr lang="en-IN"/>
          </a:p>
        </p:txBody>
      </p:sp>
    </p:spTree>
    <p:extLst>
      <p:ext uri="{BB962C8B-B14F-4D97-AF65-F5344CB8AC3E}">
        <p14:creationId xmlns:p14="http://schemas.microsoft.com/office/powerpoint/2010/main" val="2904289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421A9D-2724-4E1A-ACD6-412BDF2D5B3C}" type="datetimeFigureOut">
              <a:rPr lang="en-IN" smtClean="0"/>
              <a:t>09-06-2026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39BEA2E-FA9C-4E9B-90FF-EDCDA6654848}" type="slidenum">
              <a:rPr lang="en-IN" smtClean="0"/>
              <a:t>‹#›</a:t>
            </a:fld>
            <a:endParaRPr lang="en-IN"/>
          </a:p>
        </p:txBody>
      </p:sp>
    </p:spTree>
    <p:extLst>
      <p:ext uri="{BB962C8B-B14F-4D97-AF65-F5344CB8AC3E}">
        <p14:creationId xmlns:p14="http://schemas.microsoft.com/office/powerpoint/2010/main" val="20805559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421A9D-2724-4E1A-ACD6-412BDF2D5B3C}" type="datetimeFigureOut">
              <a:rPr lang="en-IN" smtClean="0"/>
              <a:t>09-06-2026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39BEA2E-FA9C-4E9B-90FF-EDCDA6654848}" type="slidenum">
              <a:rPr lang="en-IN" smtClean="0"/>
              <a:t>‹#›</a:t>
            </a:fld>
            <a:endParaRPr lang="en-IN"/>
          </a:p>
        </p:txBody>
      </p:sp>
    </p:spTree>
    <p:extLst>
      <p:ext uri="{BB962C8B-B14F-4D97-AF65-F5344CB8AC3E}">
        <p14:creationId xmlns:p14="http://schemas.microsoft.com/office/powerpoint/2010/main" val="2711484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421A9D-2724-4E1A-ACD6-412BDF2D5B3C}" type="datetimeFigureOut">
              <a:rPr lang="en-IN" smtClean="0"/>
              <a:t>09-06-2026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9BEA2E-FA9C-4E9B-90FF-EDCDA6654848}" type="slidenum">
              <a:rPr lang="en-IN" smtClean="0"/>
              <a:t>‹#›</a:t>
            </a:fld>
            <a:endParaRPr lang="en-IN"/>
          </a:p>
        </p:txBody>
      </p:sp>
    </p:spTree>
    <p:extLst>
      <p:ext uri="{BB962C8B-B14F-4D97-AF65-F5344CB8AC3E}">
        <p14:creationId xmlns:p14="http://schemas.microsoft.com/office/powerpoint/2010/main" val="1088618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421A9D-2724-4E1A-ACD6-412BDF2D5B3C}" type="datetimeFigureOut">
              <a:rPr lang="en-IN" smtClean="0"/>
              <a:t>09-06-2026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39BEA2E-FA9C-4E9B-90FF-EDCDA6654848}" type="slidenum">
              <a:rPr lang="en-IN" smtClean="0"/>
              <a:t>‹#›</a:t>
            </a:fld>
            <a:endParaRPr lang="en-IN"/>
          </a:p>
        </p:txBody>
      </p:sp>
    </p:spTree>
    <p:extLst>
      <p:ext uri="{BB962C8B-B14F-4D97-AF65-F5344CB8AC3E}">
        <p14:creationId xmlns:p14="http://schemas.microsoft.com/office/powerpoint/2010/main" val="1933876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421A9D-2724-4E1A-ACD6-412BDF2D5B3C}"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9BEA2E-FA9C-4E9B-90FF-EDCDA6654848}" type="slidenum">
              <a:rPr lang="en-IN" smtClean="0"/>
              <a:t>‹#›</a:t>
            </a:fld>
            <a:endParaRPr lang="en-IN"/>
          </a:p>
        </p:txBody>
      </p:sp>
    </p:spTree>
    <p:extLst>
      <p:ext uri="{BB962C8B-B14F-4D97-AF65-F5344CB8AC3E}">
        <p14:creationId xmlns:p14="http://schemas.microsoft.com/office/powerpoint/2010/main" val="2744465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421A9D-2724-4E1A-ACD6-412BDF2D5B3C}"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9BEA2E-FA9C-4E9B-90FF-EDCDA6654848}"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943020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421A9D-2724-4E1A-ACD6-412BDF2D5B3C}"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9BEA2E-FA9C-4E9B-90FF-EDCDA6654848}" type="slidenum">
              <a:rPr lang="en-IN" smtClean="0"/>
              <a:t>‹#›</a:t>
            </a:fld>
            <a:endParaRPr lang="en-IN"/>
          </a:p>
        </p:txBody>
      </p:sp>
    </p:spTree>
    <p:extLst>
      <p:ext uri="{BB962C8B-B14F-4D97-AF65-F5344CB8AC3E}">
        <p14:creationId xmlns:p14="http://schemas.microsoft.com/office/powerpoint/2010/main" val="29203947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421A9D-2724-4E1A-ACD6-412BDF2D5B3C}"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9BEA2E-FA9C-4E9B-90FF-EDCDA665484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790799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421A9D-2724-4E1A-ACD6-412BDF2D5B3C}"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9BEA2E-FA9C-4E9B-90FF-EDCDA6654848}" type="slidenum">
              <a:rPr lang="en-IN" smtClean="0"/>
              <a:t>‹#›</a:t>
            </a:fld>
            <a:endParaRPr lang="en-IN"/>
          </a:p>
        </p:txBody>
      </p:sp>
    </p:spTree>
    <p:extLst>
      <p:ext uri="{BB962C8B-B14F-4D97-AF65-F5344CB8AC3E}">
        <p14:creationId xmlns:p14="http://schemas.microsoft.com/office/powerpoint/2010/main" val="38761266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421A9D-2724-4E1A-ACD6-412BDF2D5B3C}"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9BEA2E-FA9C-4E9B-90FF-EDCDA6654848}" type="slidenum">
              <a:rPr lang="en-IN" smtClean="0"/>
              <a:t>‹#›</a:t>
            </a:fld>
            <a:endParaRPr lang="en-IN"/>
          </a:p>
        </p:txBody>
      </p:sp>
    </p:spTree>
    <p:extLst>
      <p:ext uri="{BB962C8B-B14F-4D97-AF65-F5344CB8AC3E}">
        <p14:creationId xmlns:p14="http://schemas.microsoft.com/office/powerpoint/2010/main" val="86688114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421A9D-2724-4E1A-ACD6-412BDF2D5B3C}" type="datetimeFigureOut">
              <a:rPr lang="en-IN" smtClean="0"/>
              <a:t>09-06-2026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39BEA2E-FA9C-4E9B-90FF-EDCDA6654848}" type="slidenum">
              <a:rPr lang="en-IN" smtClean="0"/>
              <a:t>‹#›</a:t>
            </a:fld>
            <a:endParaRPr lang="en-IN"/>
          </a:p>
        </p:txBody>
      </p:sp>
    </p:spTree>
    <p:extLst>
      <p:ext uri="{BB962C8B-B14F-4D97-AF65-F5344CB8AC3E}">
        <p14:creationId xmlns:p14="http://schemas.microsoft.com/office/powerpoint/2010/main" val="2746513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D421A9D-2724-4E1A-ACD6-412BDF2D5B3C}" type="datetimeFigureOut">
              <a:rPr lang="en-IN" smtClean="0"/>
              <a:t>09-06-2026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F39BEA2E-FA9C-4E9B-90FF-EDCDA6654848}" type="slidenum">
              <a:rPr lang="en-IN" smtClean="0"/>
              <a:t>‹#›</a:t>
            </a:fld>
            <a:endParaRPr lang="en-IN"/>
          </a:p>
        </p:txBody>
      </p:sp>
    </p:spTree>
    <p:extLst>
      <p:ext uri="{BB962C8B-B14F-4D97-AF65-F5344CB8AC3E}">
        <p14:creationId xmlns:p14="http://schemas.microsoft.com/office/powerpoint/2010/main" val="196965783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6CB32-E70B-4F8E-F59E-4AF3E83ABFAC}"/>
              </a:ext>
            </a:extLst>
          </p:cNvPr>
          <p:cNvSpPr>
            <a:spLocks noGrp="1"/>
          </p:cNvSpPr>
          <p:nvPr>
            <p:ph type="ctrTitle"/>
          </p:nvPr>
        </p:nvSpPr>
        <p:spPr/>
        <p:txBody>
          <a:bodyPr>
            <a:normAutofit/>
          </a:bodyPr>
          <a:lstStyle/>
          <a:p>
            <a:r>
              <a:rPr lang="en-US" sz="4000" b="1" dirty="0"/>
              <a:t>CUSTOMER DATA ANALYSIS PROJECT</a:t>
            </a:r>
            <a:endParaRPr lang="en-IN" sz="4000" b="1" dirty="0"/>
          </a:p>
        </p:txBody>
      </p:sp>
      <p:sp>
        <p:nvSpPr>
          <p:cNvPr id="3" name="Subtitle 2">
            <a:extLst>
              <a:ext uri="{FF2B5EF4-FFF2-40B4-BE49-F238E27FC236}">
                <a16:creationId xmlns:a16="http://schemas.microsoft.com/office/drawing/2014/main" id="{EBF75801-9638-0381-6C03-B068583A7F95}"/>
              </a:ext>
            </a:extLst>
          </p:cNvPr>
          <p:cNvSpPr>
            <a:spLocks noGrp="1"/>
          </p:cNvSpPr>
          <p:nvPr>
            <p:ph type="subTitle" idx="1"/>
          </p:nvPr>
        </p:nvSpPr>
        <p:spPr/>
        <p:txBody>
          <a:bodyPr/>
          <a:lstStyle/>
          <a:p>
            <a:r>
              <a:rPr lang="en-US" dirty="0"/>
              <a:t>NAME : SWATHI</a:t>
            </a:r>
          </a:p>
          <a:p>
            <a:r>
              <a:rPr lang="en-US" dirty="0"/>
              <a:t>COURSE : CDA</a:t>
            </a:r>
            <a:endParaRPr lang="en-IN" dirty="0"/>
          </a:p>
        </p:txBody>
      </p:sp>
    </p:spTree>
    <p:extLst>
      <p:ext uri="{BB962C8B-B14F-4D97-AF65-F5344CB8AC3E}">
        <p14:creationId xmlns:p14="http://schemas.microsoft.com/office/powerpoint/2010/main" val="4141566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C9C1C-7E97-D2C2-7412-8341BF53401B}"/>
              </a:ext>
            </a:extLst>
          </p:cNvPr>
          <p:cNvSpPr>
            <a:spLocks noGrp="1"/>
          </p:cNvSpPr>
          <p:nvPr>
            <p:ph type="title"/>
          </p:nvPr>
        </p:nvSpPr>
        <p:spPr/>
        <p:txBody>
          <a:bodyPr>
            <a:normAutofit/>
          </a:bodyPr>
          <a:lstStyle/>
          <a:p>
            <a:pPr algn="ctr"/>
            <a:r>
              <a:rPr lang="en-US" sz="3200" b="1" dirty="0"/>
              <a:t>Project objective</a:t>
            </a:r>
            <a:endParaRPr lang="en-IN" sz="3200" b="1" dirty="0"/>
          </a:p>
        </p:txBody>
      </p:sp>
      <p:sp>
        <p:nvSpPr>
          <p:cNvPr id="3" name="Content Placeholder 2">
            <a:extLst>
              <a:ext uri="{FF2B5EF4-FFF2-40B4-BE49-F238E27FC236}">
                <a16:creationId xmlns:a16="http://schemas.microsoft.com/office/drawing/2014/main" id="{1A992076-338F-A12C-274C-A5F3BCCE80D9}"/>
              </a:ext>
            </a:extLst>
          </p:cNvPr>
          <p:cNvSpPr>
            <a:spLocks noGrp="1"/>
          </p:cNvSpPr>
          <p:nvPr>
            <p:ph idx="1"/>
          </p:nvPr>
        </p:nvSpPr>
        <p:spPr/>
        <p:txBody>
          <a:bodyPr>
            <a:normAutofit/>
          </a:bodyPr>
          <a:lstStyle/>
          <a:p>
            <a:pPr marL="0" indent="0">
              <a:buNone/>
            </a:pPr>
            <a:r>
              <a:rPr lang="en-US" sz="2400" dirty="0"/>
              <a:t>the </a:t>
            </a:r>
            <a:r>
              <a:rPr lang="en-IN" sz="2400" dirty="0"/>
              <a:t>objective of this project is to analyse customer shopping behaviour using Power BI and generate business insights through interactive dashboards and visualizations.</a:t>
            </a:r>
            <a:endParaRPr lang="en-US" sz="2400" dirty="0"/>
          </a:p>
        </p:txBody>
      </p:sp>
    </p:spTree>
    <p:extLst>
      <p:ext uri="{BB962C8B-B14F-4D97-AF65-F5344CB8AC3E}">
        <p14:creationId xmlns:p14="http://schemas.microsoft.com/office/powerpoint/2010/main" val="3097580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C50DA-E9DE-C02B-2F8E-7B836DF69531}"/>
              </a:ext>
            </a:extLst>
          </p:cNvPr>
          <p:cNvSpPr>
            <a:spLocks noGrp="1"/>
          </p:cNvSpPr>
          <p:nvPr>
            <p:ph type="title"/>
          </p:nvPr>
        </p:nvSpPr>
        <p:spPr/>
        <p:txBody>
          <a:bodyPr>
            <a:normAutofit/>
          </a:bodyPr>
          <a:lstStyle/>
          <a:p>
            <a:pPr algn="ctr"/>
            <a:r>
              <a:rPr lang="en-US" sz="3200" b="1" dirty="0"/>
              <a:t>dataset information</a:t>
            </a:r>
            <a:endParaRPr lang="en-IN" sz="3200" b="1" dirty="0"/>
          </a:p>
        </p:txBody>
      </p:sp>
      <p:sp>
        <p:nvSpPr>
          <p:cNvPr id="3" name="Content Placeholder 2">
            <a:extLst>
              <a:ext uri="{FF2B5EF4-FFF2-40B4-BE49-F238E27FC236}">
                <a16:creationId xmlns:a16="http://schemas.microsoft.com/office/drawing/2014/main" id="{0BCA5714-B8CE-CA96-95B3-28F2409DA6FE}"/>
              </a:ext>
            </a:extLst>
          </p:cNvPr>
          <p:cNvSpPr>
            <a:spLocks noGrp="1"/>
          </p:cNvSpPr>
          <p:nvPr>
            <p:ph idx="1"/>
          </p:nvPr>
        </p:nvSpPr>
        <p:spPr/>
        <p:txBody>
          <a:bodyPr>
            <a:normAutofit/>
          </a:bodyPr>
          <a:lstStyle/>
          <a:p>
            <a:pPr marL="0" indent="0">
              <a:buNone/>
            </a:pPr>
            <a:r>
              <a:rPr lang="en-US" sz="2400" dirty="0"/>
              <a:t>The dataset contains customer transaction details including customer ID, gender, age, product category, quantity, payment method, invoice date, shopping mall, and total sales. The dataset contains approximately 1 lakh rows</a:t>
            </a:r>
            <a:r>
              <a:rPr lang="en-US" sz="2400" b="1" dirty="0"/>
              <a:t>.</a:t>
            </a:r>
            <a:endParaRPr lang="en-IN" sz="2400" b="1" dirty="0"/>
          </a:p>
        </p:txBody>
      </p:sp>
    </p:spTree>
    <p:extLst>
      <p:ext uri="{BB962C8B-B14F-4D97-AF65-F5344CB8AC3E}">
        <p14:creationId xmlns:p14="http://schemas.microsoft.com/office/powerpoint/2010/main" val="8543134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AB6B5-4D41-DF2A-80B9-13E7ED57F3B6}"/>
              </a:ext>
            </a:extLst>
          </p:cNvPr>
          <p:cNvSpPr>
            <a:spLocks noGrp="1"/>
          </p:cNvSpPr>
          <p:nvPr>
            <p:ph type="title"/>
          </p:nvPr>
        </p:nvSpPr>
        <p:spPr/>
        <p:txBody>
          <a:bodyPr>
            <a:normAutofit/>
          </a:bodyPr>
          <a:lstStyle/>
          <a:p>
            <a:pPr algn="ctr"/>
            <a:r>
              <a:rPr lang="en-US" sz="3200" b="1" dirty="0"/>
              <a:t>Data cleaning &amp; DAX</a:t>
            </a:r>
            <a:endParaRPr lang="en-IN" sz="3200" b="1" dirty="0"/>
          </a:p>
        </p:txBody>
      </p:sp>
      <p:sp>
        <p:nvSpPr>
          <p:cNvPr id="3" name="Content Placeholder 2">
            <a:extLst>
              <a:ext uri="{FF2B5EF4-FFF2-40B4-BE49-F238E27FC236}">
                <a16:creationId xmlns:a16="http://schemas.microsoft.com/office/drawing/2014/main" id="{9B0ECE94-92C0-BE70-877F-67C4EF06CCA4}"/>
              </a:ext>
            </a:extLst>
          </p:cNvPr>
          <p:cNvSpPr>
            <a:spLocks noGrp="1"/>
          </p:cNvSpPr>
          <p:nvPr>
            <p:ph idx="1"/>
          </p:nvPr>
        </p:nvSpPr>
        <p:spPr>
          <a:xfrm>
            <a:off x="926892" y="1690688"/>
            <a:ext cx="10515600" cy="4351338"/>
          </a:xfrm>
        </p:spPr>
        <p:txBody>
          <a:bodyPr>
            <a:normAutofit/>
          </a:bodyPr>
          <a:lstStyle/>
          <a:p>
            <a:pPr marL="0" indent="0">
              <a:buNone/>
            </a:pPr>
            <a:r>
              <a:rPr lang="en-US" sz="2400" dirty="0"/>
              <a:t>The dataset was connected from MYSQL workbench to Power BI for analysis. Data cleaning and transformation were performed using power query. Data types were checked and corrected, null values were verified, duplicate values were analyzed, and a total sales column was created for analysis.  </a:t>
            </a:r>
          </a:p>
          <a:p>
            <a:pPr marL="0" indent="0">
              <a:buNone/>
            </a:pPr>
            <a:r>
              <a:rPr lang="en-US" sz="2400" dirty="0"/>
              <a:t>DAX measures such as total sales, total orders, and total customers were created to build KPI cards and dashboard visualizations.</a:t>
            </a:r>
            <a:endParaRPr lang="en-IN" sz="2400" dirty="0"/>
          </a:p>
        </p:txBody>
      </p:sp>
    </p:spTree>
    <p:extLst>
      <p:ext uri="{BB962C8B-B14F-4D97-AF65-F5344CB8AC3E}">
        <p14:creationId xmlns:p14="http://schemas.microsoft.com/office/powerpoint/2010/main" val="2171121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D8983-4AE5-A24E-ABCC-46DF9382CA59}"/>
              </a:ext>
            </a:extLst>
          </p:cNvPr>
          <p:cNvSpPr>
            <a:spLocks noGrp="1"/>
          </p:cNvSpPr>
          <p:nvPr>
            <p:ph type="title"/>
          </p:nvPr>
        </p:nvSpPr>
        <p:spPr/>
        <p:txBody>
          <a:bodyPr>
            <a:normAutofit/>
          </a:bodyPr>
          <a:lstStyle/>
          <a:p>
            <a:pPr algn="ctr"/>
            <a:r>
              <a:rPr lang="en-US" sz="3200" b="1" dirty="0"/>
              <a:t>Data model</a:t>
            </a:r>
            <a:endParaRPr lang="en-IN" sz="3200" b="1" dirty="0"/>
          </a:p>
        </p:txBody>
      </p:sp>
      <p:pic>
        <p:nvPicPr>
          <p:cNvPr id="5" name="Content Placeholder 4">
            <a:extLst>
              <a:ext uri="{FF2B5EF4-FFF2-40B4-BE49-F238E27FC236}">
                <a16:creationId xmlns:a16="http://schemas.microsoft.com/office/drawing/2014/main" id="{FDC4F074-93CF-FE4C-C2C8-C9B2CD39CD4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9096" y="1472289"/>
            <a:ext cx="9668656" cy="3789259"/>
          </a:xfrm>
        </p:spPr>
      </p:pic>
      <p:sp>
        <p:nvSpPr>
          <p:cNvPr id="6" name="TextBox 5">
            <a:extLst>
              <a:ext uri="{FF2B5EF4-FFF2-40B4-BE49-F238E27FC236}">
                <a16:creationId xmlns:a16="http://schemas.microsoft.com/office/drawing/2014/main" id="{379C12DC-4E86-6859-735F-CB99F8637D6C}"/>
              </a:ext>
            </a:extLst>
          </p:cNvPr>
          <p:cNvSpPr txBox="1"/>
          <p:nvPr/>
        </p:nvSpPr>
        <p:spPr>
          <a:xfrm>
            <a:off x="1379096" y="5578475"/>
            <a:ext cx="9668656" cy="1323439"/>
          </a:xfrm>
          <a:prstGeom prst="rect">
            <a:avLst/>
          </a:prstGeom>
          <a:noFill/>
        </p:spPr>
        <p:txBody>
          <a:bodyPr wrap="square" rtlCol="0">
            <a:spAutoFit/>
          </a:bodyPr>
          <a:lstStyle/>
          <a:p>
            <a:r>
              <a:rPr lang="en-US" sz="2000" dirty="0"/>
              <a:t>The data model was created using a star schema approach in Power BI. Fact_sales we connected with dimension tables such as Dim_customer, Dim_product, Dim_mall, and Dim_date using relationships. This model improved data organization and analysis performance.</a:t>
            </a:r>
            <a:endParaRPr lang="en-IN" sz="2000" dirty="0"/>
          </a:p>
        </p:txBody>
      </p:sp>
    </p:spTree>
    <p:extLst>
      <p:ext uri="{BB962C8B-B14F-4D97-AF65-F5344CB8AC3E}">
        <p14:creationId xmlns:p14="http://schemas.microsoft.com/office/powerpoint/2010/main" val="1148169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236D4-6D7F-9223-CCC8-5AC03AD3179B}"/>
              </a:ext>
            </a:extLst>
          </p:cNvPr>
          <p:cNvSpPr>
            <a:spLocks noGrp="1"/>
          </p:cNvSpPr>
          <p:nvPr>
            <p:ph type="title"/>
          </p:nvPr>
        </p:nvSpPr>
        <p:spPr/>
        <p:txBody>
          <a:bodyPr>
            <a:normAutofit/>
          </a:bodyPr>
          <a:lstStyle/>
          <a:p>
            <a:pPr algn="ctr"/>
            <a:r>
              <a:rPr lang="en-US" sz="3200" b="1" dirty="0"/>
              <a:t>Dashboard analysis – Gender analysis </a:t>
            </a:r>
            <a:endParaRPr lang="en-IN" sz="3200" b="1" dirty="0"/>
          </a:p>
        </p:txBody>
      </p:sp>
      <p:pic>
        <p:nvPicPr>
          <p:cNvPr id="5" name="Content Placeholder 4">
            <a:extLst>
              <a:ext uri="{FF2B5EF4-FFF2-40B4-BE49-F238E27FC236}">
                <a16:creationId xmlns:a16="http://schemas.microsoft.com/office/drawing/2014/main" id="{42CED14D-5419-8617-4F5B-D17DD862D0E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10164580" cy="3870663"/>
          </a:xfrm>
        </p:spPr>
      </p:pic>
      <p:sp>
        <p:nvSpPr>
          <p:cNvPr id="6" name="TextBox 5">
            <a:extLst>
              <a:ext uri="{FF2B5EF4-FFF2-40B4-BE49-F238E27FC236}">
                <a16:creationId xmlns:a16="http://schemas.microsoft.com/office/drawing/2014/main" id="{3BC3F42B-C7AD-5625-E6A9-D53BCC18B801}"/>
              </a:ext>
            </a:extLst>
          </p:cNvPr>
          <p:cNvSpPr txBox="1"/>
          <p:nvPr/>
        </p:nvSpPr>
        <p:spPr>
          <a:xfrm>
            <a:off x="614596" y="5816184"/>
            <a:ext cx="10739204" cy="707886"/>
          </a:xfrm>
          <a:prstGeom prst="rect">
            <a:avLst/>
          </a:prstGeom>
          <a:noFill/>
        </p:spPr>
        <p:txBody>
          <a:bodyPr wrap="square" rtlCol="0">
            <a:spAutoFit/>
          </a:bodyPr>
          <a:lstStyle/>
          <a:p>
            <a:r>
              <a:rPr lang="en-US" sz="2000" dirty="0"/>
              <a:t>The above dashboard page focuses on gender-based customer shopping analysis Revenue distribution, shopping distribution, and product purchases were analyzed based on gender  </a:t>
            </a:r>
            <a:endParaRPr lang="en-IN" sz="2000" dirty="0"/>
          </a:p>
        </p:txBody>
      </p:sp>
    </p:spTree>
    <p:extLst>
      <p:ext uri="{BB962C8B-B14F-4D97-AF65-F5344CB8AC3E}">
        <p14:creationId xmlns:p14="http://schemas.microsoft.com/office/powerpoint/2010/main" val="3119555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115A7-4A68-F683-C359-A622497BD25E}"/>
              </a:ext>
            </a:extLst>
          </p:cNvPr>
          <p:cNvSpPr>
            <a:spLocks noGrp="1"/>
          </p:cNvSpPr>
          <p:nvPr>
            <p:ph type="title"/>
          </p:nvPr>
        </p:nvSpPr>
        <p:spPr/>
        <p:txBody>
          <a:bodyPr>
            <a:normAutofit/>
          </a:bodyPr>
          <a:lstStyle/>
          <a:p>
            <a:pPr algn="ctr"/>
            <a:r>
              <a:rPr lang="en-US" sz="3200" b="1" dirty="0"/>
              <a:t>Dashboard analysis – category and payment analysis</a:t>
            </a:r>
            <a:endParaRPr lang="en-IN" sz="3200" b="1" dirty="0"/>
          </a:p>
        </p:txBody>
      </p:sp>
      <p:pic>
        <p:nvPicPr>
          <p:cNvPr id="5" name="Content Placeholder 4">
            <a:extLst>
              <a:ext uri="{FF2B5EF4-FFF2-40B4-BE49-F238E27FC236}">
                <a16:creationId xmlns:a16="http://schemas.microsoft.com/office/drawing/2014/main" id="{619419BB-5ACD-645A-719F-395AB4AD98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825625"/>
            <a:ext cx="10515600" cy="3900618"/>
          </a:xfrm>
        </p:spPr>
      </p:pic>
      <p:sp>
        <p:nvSpPr>
          <p:cNvPr id="9" name="TextBox 8">
            <a:extLst>
              <a:ext uri="{FF2B5EF4-FFF2-40B4-BE49-F238E27FC236}">
                <a16:creationId xmlns:a16="http://schemas.microsoft.com/office/drawing/2014/main" id="{2D89F682-868C-54C2-B0AF-A5EEA85C870E}"/>
              </a:ext>
            </a:extLst>
          </p:cNvPr>
          <p:cNvSpPr txBox="1"/>
          <p:nvPr/>
        </p:nvSpPr>
        <p:spPr>
          <a:xfrm>
            <a:off x="718278" y="5861180"/>
            <a:ext cx="10515599" cy="707886"/>
          </a:xfrm>
          <a:prstGeom prst="rect">
            <a:avLst/>
          </a:prstGeom>
          <a:noFill/>
        </p:spPr>
        <p:txBody>
          <a:bodyPr wrap="square" rtlCol="0">
            <a:spAutoFit/>
          </a:bodyPr>
          <a:lstStyle/>
          <a:p>
            <a:r>
              <a:rPr lang="en-US" sz="2000" dirty="0"/>
              <a:t>The above dashboard page focuses on age group analysis, category analysis, and payment method analysis using different visualizations and interactive charts.</a:t>
            </a:r>
            <a:endParaRPr lang="en-IN" sz="2000" dirty="0"/>
          </a:p>
        </p:txBody>
      </p:sp>
    </p:spTree>
    <p:extLst>
      <p:ext uri="{BB962C8B-B14F-4D97-AF65-F5344CB8AC3E}">
        <p14:creationId xmlns:p14="http://schemas.microsoft.com/office/powerpoint/2010/main" val="4221798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930ED-EEA1-7101-15A7-0E8DE8A2BE43}"/>
              </a:ext>
            </a:extLst>
          </p:cNvPr>
          <p:cNvSpPr>
            <a:spLocks noGrp="1"/>
          </p:cNvSpPr>
          <p:nvPr>
            <p:ph type="title"/>
          </p:nvPr>
        </p:nvSpPr>
        <p:spPr/>
        <p:txBody>
          <a:bodyPr>
            <a:normAutofit/>
          </a:bodyPr>
          <a:lstStyle/>
          <a:p>
            <a:pPr algn="ctr"/>
            <a:r>
              <a:rPr lang="en-US" sz="3200" b="1" dirty="0"/>
              <a:t>Key Insights</a:t>
            </a:r>
            <a:endParaRPr lang="en-IN" sz="3200" b="1" dirty="0"/>
          </a:p>
        </p:txBody>
      </p:sp>
      <p:sp>
        <p:nvSpPr>
          <p:cNvPr id="3" name="Content Placeholder 2">
            <a:extLst>
              <a:ext uri="{FF2B5EF4-FFF2-40B4-BE49-F238E27FC236}">
                <a16:creationId xmlns:a16="http://schemas.microsoft.com/office/drawing/2014/main" id="{64C2D3E2-1167-F9F5-8CFD-E3C76A60121A}"/>
              </a:ext>
            </a:extLst>
          </p:cNvPr>
          <p:cNvSpPr>
            <a:spLocks noGrp="1"/>
          </p:cNvSpPr>
          <p:nvPr>
            <p:ph idx="1"/>
          </p:nvPr>
        </p:nvSpPr>
        <p:spPr/>
        <p:txBody>
          <a:bodyPr>
            <a:normAutofit/>
          </a:bodyPr>
          <a:lstStyle/>
          <a:p>
            <a:r>
              <a:rPr lang="en-US" sz="2400" dirty="0"/>
              <a:t>female customers contributed a significant portion of total sales revenue.</a:t>
            </a:r>
          </a:p>
          <a:p>
            <a:r>
              <a:rPr lang="en-US" sz="2400" dirty="0"/>
              <a:t>Customers aged 26 -40 generated higher revenue.</a:t>
            </a:r>
          </a:p>
          <a:p>
            <a:r>
              <a:rPr lang="en-US" sz="2400" dirty="0"/>
              <a:t>Clothing category showed strong sales performance.</a:t>
            </a:r>
          </a:p>
          <a:p>
            <a:r>
              <a:rPr lang="en-US" sz="2400" dirty="0"/>
              <a:t>Credit card and cash were the most commonly used payment methods.</a:t>
            </a:r>
          </a:p>
          <a:p>
            <a:r>
              <a:rPr lang="en-US" sz="2400" dirty="0"/>
              <a:t>Shopping behavior varied across shopping malls and years.</a:t>
            </a:r>
            <a:endParaRPr lang="en-IN" sz="2400" dirty="0"/>
          </a:p>
        </p:txBody>
      </p:sp>
    </p:spTree>
    <p:extLst>
      <p:ext uri="{BB962C8B-B14F-4D97-AF65-F5344CB8AC3E}">
        <p14:creationId xmlns:p14="http://schemas.microsoft.com/office/powerpoint/2010/main" val="3624929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2328B-29A8-D8C8-6FC4-055F26E15D17}"/>
              </a:ext>
            </a:extLst>
          </p:cNvPr>
          <p:cNvSpPr>
            <a:spLocks noGrp="1"/>
          </p:cNvSpPr>
          <p:nvPr>
            <p:ph type="title"/>
          </p:nvPr>
        </p:nvSpPr>
        <p:spPr/>
        <p:txBody>
          <a:bodyPr>
            <a:normAutofit/>
          </a:bodyPr>
          <a:lstStyle/>
          <a:p>
            <a:pPr algn="ctr"/>
            <a:r>
              <a:rPr lang="en-US" sz="3200" b="1" dirty="0"/>
              <a:t>conclusion</a:t>
            </a:r>
            <a:endParaRPr lang="en-IN" sz="3200" b="1" dirty="0"/>
          </a:p>
        </p:txBody>
      </p:sp>
      <p:sp>
        <p:nvSpPr>
          <p:cNvPr id="3" name="Content Placeholder 2">
            <a:extLst>
              <a:ext uri="{FF2B5EF4-FFF2-40B4-BE49-F238E27FC236}">
                <a16:creationId xmlns:a16="http://schemas.microsoft.com/office/drawing/2014/main" id="{EE11692E-3837-479E-26AD-7FF08443B2BF}"/>
              </a:ext>
            </a:extLst>
          </p:cNvPr>
          <p:cNvSpPr>
            <a:spLocks noGrp="1"/>
          </p:cNvSpPr>
          <p:nvPr>
            <p:ph idx="1"/>
          </p:nvPr>
        </p:nvSpPr>
        <p:spPr/>
        <p:txBody>
          <a:bodyPr>
            <a:normAutofit/>
          </a:bodyPr>
          <a:lstStyle/>
          <a:p>
            <a:pPr marL="0" indent="0">
              <a:buNone/>
            </a:pPr>
            <a:r>
              <a:rPr lang="en-US" sz="2400" dirty="0"/>
              <a:t>This project successfully analyzed customer purchasing behavior using Power BI dashboards and visualizations. The generated insights can help business understand customer preferences and improve business decision-making.</a:t>
            </a:r>
            <a:endParaRPr lang="en-IN" sz="2400" dirty="0"/>
          </a:p>
        </p:txBody>
      </p:sp>
    </p:spTree>
    <p:extLst>
      <p:ext uri="{BB962C8B-B14F-4D97-AF65-F5344CB8AC3E}">
        <p14:creationId xmlns:p14="http://schemas.microsoft.com/office/powerpoint/2010/main" val="301582861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404</TotalTime>
  <Words>348</Words>
  <Application>Microsoft Office PowerPoint</Application>
  <PresentationFormat>Widescreen</PresentationFormat>
  <Paragraphs>24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Trebuchet MS</vt:lpstr>
      <vt:lpstr>Wingdings 3</vt:lpstr>
      <vt:lpstr>Facet</vt:lpstr>
      <vt:lpstr>CUSTOMER DATA ANALYSIS PROJECT</vt:lpstr>
      <vt:lpstr>Project objective</vt:lpstr>
      <vt:lpstr>dataset information</vt:lpstr>
      <vt:lpstr>Data cleaning &amp; DAX</vt:lpstr>
      <vt:lpstr>Data model</vt:lpstr>
      <vt:lpstr>Dashboard analysis – Gender analysis </vt:lpstr>
      <vt:lpstr>Dashboard analysis – category and payment analysis</vt:lpstr>
      <vt:lpstr>Key Insights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swathi</dc:creator>
  <cp:lastModifiedBy>swathi</cp:lastModifiedBy>
  <cp:revision>5</cp:revision>
  <dcterms:created xsi:type="dcterms:W3CDTF">2026-06-08T16:02:42Z</dcterms:created>
  <dcterms:modified xsi:type="dcterms:W3CDTF">2026-06-09T11:13:44Z</dcterms:modified>
</cp:coreProperties>
</file>