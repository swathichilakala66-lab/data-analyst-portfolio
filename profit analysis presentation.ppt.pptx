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4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53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82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60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91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32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7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43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5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5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6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692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562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32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113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77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70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988BE0-C366-42A7-B0C2-CA94626E9D76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5D741-B9FB-4708-97A1-CCA52FB93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62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6D02-E4D6-9914-C1FD-7C076D6A6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PROFIT ANALYSIS USING REGRESSION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88475-A124-4B6C-AE53-36476EEAE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Submitted by: chilakala swathi</a:t>
            </a:r>
          </a:p>
          <a:p>
            <a:r>
              <a:rPr lang="en-US" sz="2000" dirty="0"/>
              <a:t>Tools used: MYSQL,  Microsoft excel,  Power BI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3751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1497-1D98-30C9-BB40-4B583053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Objective &amp; problem statement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015DE-8044-C1C1-BCB6-D4E1A6AB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Objectives</a:t>
            </a:r>
          </a:p>
          <a:p>
            <a:r>
              <a:rPr lang="en-US" sz="2000" dirty="0"/>
              <a:t>To analyze the impact of R&amp;D spend, marketing spend, and administration spend on startup profit using regression analysis.</a:t>
            </a:r>
          </a:p>
          <a:p>
            <a:r>
              <a:rPr lang="en-US" sz="2000" dirty="0"/>
              <a:t>To predict profit values using regression coefficients and Power BI.</a:t>
            </a:r>
          </a:p>
          <a:p>
            <a:pPr marL="0" indent="0">
              <a:buNone/>
            </a:pPr>
            <a:r>
              <a:rPr lang="en-US" sz="2000" b="1" dirty="0"/>
              <a:t>Problem statement</a:t>
            </a:r>
          </a:p>
          <a:p>
            <a:r>
              <a:rPr lang="en-US" sz="2000" dirty="0"/>
              <a:t>identify the factors that influence startup profit.</a:t>
            </a:r>
          </a:p>
          <a:p>
            <a:r>
              <a:rPr lang="en-US" sz="2000" dirty="0"/>
              <a:t>Predict profit for given expenditure values using regression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107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E40C-2191-E749-5A59-03892052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Dataset description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81C23-C231-67E2-1606-16CBDB034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Dataset name: startup profit analysis dataset</a:t>
            </a:r>
          </a:p>
          <a:p>
            <a:r>
              <a:rPr lang="en-US" sz="2000" dirty="0"/>
              <a:t>Total records: 50</a:t>
            </a:r>
          </a:p>
          <a:p>
            <a:r>
              <a:rPr lang="en-US" sz="2000" dirty="0"/>
              <a:t>Total columns: 5</a:t>
            </a:r>
          </a:p>
          <a:p>
            <a:r>
              <a:rPr lang="en-US" sz="2000" dirty="0"/>
              <a:t>Source: MYSQL database</a:t>
            </a:r>
          </a:p>
          <a:p>
            <a:pPr marL="0" indent="0">
              <a:buNone/>
            </a:pPr>
            <a:r>
              <a:rPr lang="en-US" sz="2000" b="1" dirty="0"/>
              <a:t>Dataset features:</a:t>
            </a:r>
          </a:p>
          <a:p>
            <a:r>
              <a:rPr lang="en-US" sz="2000" dirty="0"/>
              <a:t>RD_spend</a:t>
            </a:r>
          </a:p>
          <a:p>
            <a:r>
              <a:rPr lang="en-US" sz="2000" dirty="0"/>
              <a:t>Administration</a:t>
            </a:r>
          </a:p>
          <a:p>
            <a:r>
              <a:rPr lang="en-US" sz="2000" dirty="0"/>
              <a:t>Marketing_spend</a:t>
            </a:r>
          </a:p>
          <a:p>
            <a:r>
              <a:rPr lang="en-US" sz="2000" dirty="0"/>
              <a:t>State</a:t>
            </a:r>
          </a:p>
          <a:p>
            <a:r>
              <a:rPr lang="en-US" sz="2000" dirty="0"/>
              <a:t>Profit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2223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9F0D-8A2A-2FE0-4D66-0B983D37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Data import and cleaning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C949-1DF7-26A9-C23C-9CC347682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Dataset imported from MYSQL database.</a:t>
            </a:r>
          </a:p>
          <a:p>
            <a:r>
              <a:rPr lang="en-US" sz="2000" dirty="0"/>
              <a:t>Checked for missing values.                             </a:t>
            </a:r>
          </a:p>
          <a:p>
            <a:r>
              <a:rPr lang="en-US" sz="2000" dirty="0"/>
              <a:t>Verified data types.</a:t>
            </a:r>
          </a:p>
          <a:p>
            <a:r>
              <a:rPr lang="en-US" sz="2000" dirty="0"/>
              <a:t>Checked duplicate records.</a:t>
            </a:r>
          </a:p>
          <a:p>
            <a:r>
              <a:rPr lang="en-US" sz="2000" dirty="0"/>
              <a:t>Validated numerical columns</a:t>
            </a:r>
          </a:p>
          <a:p>
            <a:r>
              <a:rPr lang="en-US" sz="2000" dirty="0"/>
              <a:t>Dataset was ready for analysis.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7503A-BA0B-0637-5161-2611259B6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48329"/>
            <a:ext cx="5222824" cy="245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6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6982-5FF9-056C-D721-5B68B2D6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Regression output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F25B-FF74-A706-03F9-C31A062F3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Regression analysis were performed using Microsoft excel.</a:t>
            </a:r>
          </a:p>
          <a:p>
            <a:r>
              <a:rPr lang="en-US" sz="2000" dirty="0"/>
              <a:t>Profit was considered as the dependent variable.</a:t>
            </a:r>
          </a:p>
          <a:p>
            <a:r>
              <a:rPr lang="en-US" sz="2000" dirty="0"/>
              <a:t>Independent variables:</a:t>
            </a:r>
          </a:p>
          <a:p>
            <a:pPr marL="0" indent="0">
              <a:buNone/>
            </a:pPr>
            <a:r>
              <a:rPr lang="en-US" sz="2000" dirty="0"/>
              <a:t>         RD_spend</a:t>
            </a:r>
          </a:p>
          <a:p>
            <a:pPr marL="0" indent="0">
              <a:buNone/>
            </a:pPr>
            <a:r>
              <a:rPr lang="en-US" sz="2000" dirty="0"/>
              <a:t>         Administration</a:t>
            </a:r>
          </a:p>
          <a:p>
            <a:pPr marL="0" indent="0">
              <a:buNone/>
            </a:pPr>
            <a:r>
              <a:rPr lang="en-US" sz="2000" dirty="0"/>
              <a:t>         Marketing_spend</a:t>
            </a:r>
          </a:p>
          <a:p>
            <a:r>
              <a:rPr lang="en-US" sz="2000" dirty="0"/>
              <a:t>The obtained coefficients were used for profit prediction in Power BI.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BACBB-E656-7CC8-053B-2C614A1E0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219" y="2803160"/>
            <a:ext cx="3095469" cy="163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9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6975-9F66-1C10-080E-60CF508A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DAX Measures and profit prediction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ADB9-1A86-9C7D-99AD-7418624FC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000" dirty="0"/>
              <a:t>Total profit</a:t>
            </a:r>
          </a:p>
          <a:p>
            <a:r>
              <a:rPr lang="en-US" sz="2000" dirty="0"/>
              <a:t>Average profit                                                  predicted profit = intercept +  </a:t>
            </a:r>
          </a:p>
          <a:p>
            <a:r>
              <a:rPr lang="en-US" sz="2000" dirty="0"/>
              <a:t>Total RD spend                                                          (coefficient * RD_spend) + </a:t>
            </a:r>
          </a:p>
          <a:p>
            <a:r>
              <a:rPr lang="en-US" sz="2000" dirty="0"/>
              <a:t>Total marketing spend                                              (coefficient *Administration) +</a:t>
            </a:r>
          </a:p>
          <a:p>
            <a:r>
              <a:rPr lang="en-US" sz="2000" dirty="0"/>
              <a:t>Total administration spend                                      (coefficient * Marketing_spend)</a:t>
            </a:r>
          </a:p>
          <a:p>
            <a:r>
              <a:rPr lang="en-US" sz="2000" dirty="0"/>
              <a:t>Predicted profit 1</a:t>
            </a:r>
          </a:p>
          <a:p>
            <a:r>
              <a:rPr lang="en-US" sz="2000" dirty="0"/>
              <a:t>Predicted profit 2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Profit values were predicted using regression coefficients and DAX measures in Power BI.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541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8EA9-5846-C195-6C90-F5FCA739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Profit prediction dashboard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A6BDC6-07AF-A94C-3B45-1E89ADE87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96" y="1454046"/>
            <a:ext cx="9404723" cy="43021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60236-8793-7EE3-D5EF-D158B213D336}"/>
              </a:ext>
            </a:extLst>
          </p:cNvPr>
          <p:cNvSpPr txBox="1"/>
          <p:nvPr/>
        </p:nvSpPr>
        <p:spPr>
          <a:xfrm>
            <a:off x="1528996" y="5917367"/>
            <a:ext cx="88441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dashboard displays key profit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Predicted profit values were calculated using DAX measures.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KPI cards provide a quick overview of business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69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F33F-F2BF-9917-9E58-06F6D4E3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Regression analysis &amp; visualizations dashboard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13CA5-D55E-F2B8-9761-996B833F4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41" y="1304145"/>
            <a:ext cx="9848538" cy="43471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A5C325-C2E8-1F9F-1B4D-7CF852EC7ADF}"/>
              </a:ext>
            </a:extLst>
          </p:cNvPr>
          <p:cNvSpPr txBox="1"/>
          <p:nvPr/>
        </p:nvSpPr>
        <p:spPr>
          <a:xfrm>
            <a:off x="1004340" y="5801193"/>
            <a:ext cx="95187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Scatter charts show the relationship between spending variables and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R&amp;D spend shows the strongest positive relationship with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Marketing spend has a moderate impact on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Administration spend has a relatively lower impact on profit.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1973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3882-DBEC-F40B-FDB0-A17C97FD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Key Insights &amp; Recommendations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3266-7A9F-0ABB-FD3E-4124BE1B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/>
              <a:t>Key insights</a:t>
            </a:r>
            <a:r>
              <a:rPr lang="en-US" sz="2000" b="1" dirty="0"/>
              <a:t>:</a:t>
            </a:r>
          </a:p>
          <a:p>
            <a:r>
              <a:rPr lang="en-US" sz="2300" dirty="0"/>
              <a:t>R&amp;D spend has the strongest positive impact on profit.</a:t>
            </a:r>
          </a:p>
          <a:p>
            <a:r>
              <a:rPr lang="en-US" sz="2300" dirty="0"/>
              <a:t>Marketing spend has a moderate positive impact on profit.</a:t>
            </a:r>
          </a:p>
          <a:p>
            <a:r>
              <a:rPr lang="en-US" sz="2300" dirty="0"/>
              <a:t>Administration spend has minimal impact on profit.</a:t>
            </a:r>
          </a:p>
          <a:p>
            <a:r>
              <a:rPr lang="en-US" sz="2300" dirty="0"/>
              <a:t>Higher R&amp;D investments generally result in higher profits.</a:t>
            </a:r>
          </a:p>
          <a:p>
            <a:r>
              <a:rPr lang="en-US" sz="2300" dirty="0"/>
              <a:t>Profit prediction was successfully performed using regression analysis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300" b="1" dirty="0"/>
              <a:t>Recommendations:</a:t>
            </a:r>
          </a:p>
          <a:p>
            <a:r>
              <a:rPr lang="en-IN" sz="2300" dirty="0"/>
              <a:t>Increase investment in R&amp;D activities.</a:t>
            </a:r>
          </a:p>
          <a:p>
            <a:r>
              <a:rPr lang="en-IN" sz="2300" dirty="0"/>
              <a:t>Optimize administrative expenses.</a:t>
            </a:r>
          </a:p>
          <a:p>
            <a:r>
              <a:rPr lang="en-IN" sz="2300" dirty="0"/>
              <a:t>Continue strategic marketing investments.</a:t>
            </a:r>
          </a:p>
          <a:p>
            <a:r>
              <a:rPr lang="en-IN" sz="2300" dirty="0"/>
              <a:t>Focus on innovation and product development.</a:t>
            </a:r>
          </a:p>
          <a:p>
            <a:r>
              <a:rPr lang="en-IN" sz="2300" dirty="0"/>
              <a:t>Use data-driven decision making for future growth</a:t>
            </a:r>
            <a:r>
              <a:rPr lang="en-IN" sz="19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18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86A5-4378-D026-8802-FDA14F23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D056-D6AE-28AD-5E24-17A90A9B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project successfully analyzed startup profit using regression analysis.</a:t>
            </a:r>
          </a:p>
          <a:p>
            <a:r>
              <a:rPr lang="en-US" sz="2000" dirty="0"/>
              <a:t>Power BI dashboards were created to visualize profit trends and spending patterns.</a:t>
            </a:r>
          </a:p>
          <a:p>
            <a:r>
              <a:rPr lang="en-US" sz="2000" dirty="0"/>
              <a:t>Profit predictions were generated using regression coefficients and DAX measures.</a:t>
            </a:r>
          </a:p>
          <a:p>
            <a:r>
              <a:rPr lang="en-US" sz="2000" dirty="0"/>
              <a:t>R&amp;D spend was identified as the most influential factor affecting profit.</a:t>
            </a:r>
          </a:p>
          <a:p>
            <a:r>
              <a:rPr lang="en-US" sz="2000" dirty="0"/>
              <a:t>The project provides valuable insights for business decision-making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90434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675</TotalTime>
  <Words>473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PROFIT ANALYSIS USING REGRESSION</vt:lpstr>
      <vt:lpstr>Objective &amp; problem statement</vt:lpstr>
      <vt:lpstr>Dataset description</vt:lpstr>
      <vt:lpstr>Data import and cleaning</vt:lpstr>
      <vt:lpstr>Regression output </vt:lpstr>
      <vt:lpstr>DAX Measures and profit prediction</vt:lpstr>
      <vt:lpstr>Profit prediction dashboard</vt:lpstr>
      <vt:lpstr>Regression analysis &amp; visualizations dashboard</vt:lpstr>
      <vt:lpstr>Key Insights &amp;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</dc:creator>
  <cp:lastModifiedBy>swathi</cp:lastModifiedBy>
  <cp:revision>6</cp:revision>
  <dcterms:created xsi:type="dcterms:W3CDTF">2026-06-15T15:56:28Z</dcterms:created>
  <dcterms:modified xsi:type="dcterms:W3CDTF">2026-06-17T06:54:00Z</dcterms:modified>
</cp:coreProperties>
</file>